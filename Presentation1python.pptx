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53" d="100"/>
          <a:sy n="53" d="100"/>
        </p:scale>
        <p:origin x="8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B2CBF-F79C-402E-B4BC-CDBE63B5644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A06CDB8E-0F02-429C-82C1-3A618C2A8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499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B2CBF-F79C-402E-B4BC-CDBE63B5644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CDB8E-0F02-429C-82C1-3A618C2A8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542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B2CBF-F79C-402E-B4BC-CDBE63B5644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CDB8E-0F02-429C-82C1-3A618C2A8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933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B2CBF-F79C-402E-B4BC-CDBE63B5644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CDB8E-0F02-429C-82C1-3A618C2A8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88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B2CBF-F79C-402E-B4BC-CDBE63B5644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CDB8E-0F02-429C-82C1-3A618C2A8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234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B2CBF-F79C-402E-B4BC-CDBE63B5644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CDB8E-0F02-429C-82C1-3A618C2A8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3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B2CBF-F79C-402E-B4BC-CDBE63B5644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CDB8E-0F02-429C-82C1-3A618C2A8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334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B2CBF-F79C-402E-B4BC-CDBE63B5644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CDB8E-0F02-429C-82C1-3A618C2A8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654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8C0B2CBF-F79C-402E-B4BC-CDBE63B5644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CDB8E-0F02-429C-82C1-3A618C2A8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06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B2CBF-F79C-402E-B4BC-CDBE63B5644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CDB8E-0F02-429C-82C1-3A618C2A8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799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B2CBF-F79C-402E-B4BC-CDBE63B5644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CDB8E-0F02-429C-82C1-3A618C2A8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158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0B2CBF-F79C-402E-B4BC-CDBE63B5644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06CDB8E-0F02-429C-82C1-3A618C2A89E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06583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3033D2-7F89-436F-9C6F-53E897684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1408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C709D9-DE89-4400-A8FC-B22436B14CB5}"/>
              </a:ext>
            </a:extLst>
          </p:cNvPr>
          <p:cNvSpPr txBox="1"/>
          <p:nvPr/>
        </p:nvSpPr>
        <p:spPr>
          <a:xfrm>
            <a:off x="4702629" y="315018"/>
            <a:ext cx="52831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Hussein jalal </a:t>
            </a:r>
          </a:p>
          <a:p>
            <a:r>
              <a:rPr lang="en-US" sz="2000" dirty="0" err="1"/>
              <a:t>Rola</a:t>
            </a:r>
            <a:r>
              <a:rPr lang="en-US" sz="2000" dirty="0"/>
              <a:t> </a:t>
            </a:r>
            <a:r>
              <a:rPr lang="en-US" sz="2000" dirty="0" err="1">
                <a:latin typeface="Arial Black" panose="020B0A04020102020204" pitchFamily="34" charset="0"/>
              </a:rPr>
              <a:t>bassam</a:t>
            </a:r>
            <a:endParaRPr lang="en-US" sz="2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669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91ADB4-173F-4137-B4B1-7B608E348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22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202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FF5966-D7B2-4208-8EAA-4955BE690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194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451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8B3D30-BE54-4CF4-91A0-01F79396C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230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659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A63068-3FED-40CA-B926-18EA6FA69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1999" cy="625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219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1B5547-4D40-434C-9090-4E7809D32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239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023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F4E4ED-1924-4542-8F66-8CB895370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32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64810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14</TotalTime>
  <Words>4</Words>
  <Application>Microsoft Office PowerPoint</Application>
  <PresentationFormat>Widescreen</PresentationFormat>
  <Paragraphs>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Rockwell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hussun jalal</dc:creator>
  <cp:lastModifiedBy>hussun jalal</cp:lastModifiedBy>
  <cp:revision>3</cp:revision>
  <dcterms:created xsi:type="dcterms:W3CDTF">2025-12-17T18:47:45Z</dcterms:created>
  <dcterms:modified xsi:type="dcterms:W3CDTF">2025-12-18T19:43:59Z</dcterms:modified>
</cp:coreProperties>
</file>